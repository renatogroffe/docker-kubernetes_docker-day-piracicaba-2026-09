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17"/>
  </p:notesMasterIdLst>
  <p:handoutMasterIdLst>
    <p:handoutMasterId r:id="rId18"/>
  </p:handoutMasterIdLst>
  <p:sldIdLst>
    <p:sldId id="1393" r:id="rId8"/>
    <p:sldId id="1781" r:id="rId9"/>
    <p:sldId id="1834" r:id="rId10"/>
    <p:sldId id="1837" r:id="rId11"/>
    <p:sldId id="1801" r:id="rId12"/>
    <p:sldId id="1771" r:id="rId13"/>
    <p:sldId id="1752" r:id="rId14"/>
    <p:sldId id="1615" r:id="rId15"/>
    <p:sldId id="1845" r:id="rId16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781"/>
            <p14:sldId id="1834"/>
            <p14:sldId id="1837"/>
            <p14:sldId id="1801"/>
            <p14:sldId id="1771"/>
            <p14:sldId id="1752"/>
          </p14:sldIdLst>
        </p14:section>
        <p14:section name="Finalizando" id="{CF622469-3E87-46BA-8ED6-912C47B00EF3}">
          <p14:sldIdLst>
            <p14:sldId id="1615"/>
            <p14:sldId id="18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79472" autoAdjust="0"/>
  </p:normalViewPr>
  <p:slideViewPr>
    <p:cSldViewPr>
      <p:cViewPr varScale="1">
        <p:scale>
          <a:sx n="81" d="100"/>
          <a:sy n="81" d="100"/>
        </p:scale>
        <p:origin x="581" y="48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62" d="100"/>
          <a:sy n="62" d="100"/>
        </p:scale>
        <p:origin x="2405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9/12/2026 3:27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9/12/2026 3:27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9/12/2026 3:27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2F4D-3553-4E06-C643-2B59F289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03DEFB-E6DA-E25E-CBC0-46CDAE2BA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DD011C-1837-A5CC-CD1B-9FDF3B54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FEA146-1BDC-D679-FC1F-7B56DC72B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6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9/12/2026 3:27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9/12/2026 3:27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222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9/12/2026 3:27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67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9/12/2026 3:27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09973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34ED-01D4-127B-29D9-29CF14C2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3C839-21A2-372F-0A3F-B69345245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61358-45C4-6E03-6908-7628D5E65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A482BD1-4208-3C8B-9F84-D0B7ED87194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112AC-0CD1-91DE-AB41-30119915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DB05D1-884F-DF94-35C8-E51DD7102FB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9/12/2026 3:29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2897F-CDE3-88EA-3F75-3994BE79BB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95609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253617"/>
            <a:ext cx="11201400" cy="1872045"/>
          </a:xfrm>
        </p:spPr>
        <p:txBody>
          <a:bodyPr/>
          <a:lstStyle/>
          <a:p>
            <a:r>
              <a:rPr lang="pt-BR" b="1" dirty="0"/>
              <a:t>Docker e </a:t>
            </a:r>
            <a:r>
              <a:rPr lang="pt-BR" b="1" dirty="0" err="1"/>
              <a:t>Kubernetes</a:t>
            </a:r>
            <a:br>
              <a:rPr lang="pt-BR" b="1" dirty="0"/>
            </a:br>
            <a:r>
              <a:rPr lang="pt-BR" sz="3600" b="1" dirty="0"/>
              <a:t>Dicas e truques para descomplicar sua vida ao</a:t>
            </a:r>
            <a:br>
              <a:rPr lang="pt-BR" sz="3600" b="1" dirty="0"/>
            </a:br>
            <a:r>
              <a:rPr lang="pt-BR" sz="3600" b="1" dirty="0"/>
              <a:t>trabalhar com containers!</a:t>
            </a:r>
            <a:endParaRPr lang="pt-BR" sz="36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3814D94-6C3E-4E34-CFE5-E266E1D9D4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9589771" y="1363662"/>
            <a:ext cx="2417611" cy="2271460"/>
          </a:xfrm>
          <a:prstGeom prst="rect">
            <a:avLst/>
          </a:prstGeom>
        </p:spPr>
      </p:pic>
      <p:pic>
        <p:nvPicPr>
          <p:cNvPr id="6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4EA98B2-385B-D759-C4FC-D4BA6F6F8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4B0B0919-2568-05C2-38F3-666497C9D3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10" name="Imagem 9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85A29F7A-A252-1160-780E-E33AC3E55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11" name="Imagem 10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3B2C445B-D7AC-3AB4-0D04-3C74894DE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791C4EF-5A7B-9D08-2189-C73F49E61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3" name="Imagem 12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1DA5C63A-2CDA-1552-BDDF-B1ABBB0A87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2F8B769-9F1D-7219-6CB0-73695B98BA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000C5089-E16B-3837-59CE-D61DA2595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9437" y="3114524"/>
            <a:ext cx="2113063" cy="1668650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ED9EB47-2E94-FC42-D65E-1CAF7FEF78C9}"/>
              </a:ext>
            </a:extLst>
          </p:cNvPr>
          <p:cNvSpPr txBox="1">
            <a:spLocks/>
          </p:cNvSpPr>
          <p:nvPr/>
        </p:nvSpPr>
        <p:spPr bwMode="white">
          <a:xfrm>
            <a:off x="823807" y="2430462"/>
            <a:ext cx="6842230" cy="1872045"/>
          </a:xfrm>
          <a:prstGeom prst="rect">
            <a:avLst/>
          </a:prstGeom>
          <a:noFill/>
        </p:spPr>
        <p:txBody>
          <a:bodyPr vert="horz" wrap="square" lIns="146304" tIns="109728" rIns="146304" bIns="109728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/>
              <a:t>Renato Groffe</a:t>
            </a:r>
          </a:p>
          <a:p>
            <a:r>
              <a:rPr lang="en-US" sz="2400"/>
              <a:t>Microsoft MVP, Docker Captain, Grafana Champion</a:t>
            </a:r>
          </a:p>
          <a:p>
            <a:r>
              <a:rPr lang="en-US" sz="2400"/>
              <a:t>linkedin.com/in/renatogroffe</a:t>
            </a:r>
            <a:br>
              <a:rPr lang="en-US" sz="2400"/>
            </a:br>
            <a:r>
              <a:rPr lang="en-US" sz="2400"/>
              <a:t>renatogroffe.medium.com</a:t>
            </a:r>
          </a:p>
          <a:p>
            <a:endParaRPr lang="en-US" sz="2400"/>
          </a:p>
          <a:p>
            <a:r>
              <a:rPr lang="en-US" sz="2800" b="1"/>
              <a:t>Milton Camara Gomes</a:t>
            </a:r>
          </a:p>
          <a:p>
            <a:r>
              <a:rPr lang="en-US" sz="2400"/>
              <a:t>Microsoft MVP, MTAC</a:t>
            </a:r>
          </a:p>
          <a:p>
            <a:r>
              <a:rPr lang="en-US" sz="2400"/>
              <a:t>linkedin.com/in/miltoncamara</a:t>
            </a:r>
          </a:p>
          <a:p>
            <a:r>
              <a:rPr lang="en-US" sz="2400"/>
              <a:t>youtube.com/azurenapratica</a:t>
            </a:r>
            <a:br>
              <a:rPr lang="en-US" sz="2400"/>
            </a:br>
            <a:endParaRPr lang="en-US" sz="2400"/>
          </a:p>
          <a:p>
            <a:br>
              <a:rPr lang="en-US" sz="240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E6EC-1BE6-EA1B-3E7B-6B1A351F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71E3E6-45C7-C6B2-62BE-DFC2119C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Valuable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 de Engenharia – Robbu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7CEDAB-9C50-B264-2537-71B7BBEF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Milton Câmara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477AD96F-810B-FC4E-C575-D81C8C79F828}"/>
              </a:ext>
            </a:extLst>
          </p:cNvPr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DAF4573F-A6D4-9BE6-4B0F-3D5B2BBAE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5315461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m do perfil">
            <a:extLst>
              <a:ext uri="{FF2B5EF4-FFF2-40B4-BE49-F238E27FC236}">
                <a16:creationId xmlns:a16="http://schemas.microsoft.com/office/drawing/2014/main" id="{586564DB-6B03-0AAF-4ACC-92538617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037" y="623814"/>
            <a:ext cx="22098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433B3E-37AE-58E8-A6AD-BDC718C22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597" y="3386192"/>
            <a:ext cx="2499753" cy="245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3091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500" b="1" dirty="0">
                <a:solidFill>
                  <a:schemeClr val="bg1"/>
                </a:solidFill>
              </a:rPr>
              <a:t>github.com/renatogroffe/docker-kubernetes_cloud-weekend-2026-08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6C5352-9F52-A15A-DBE7-2E1962123A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4465637" y="4785618"/>
            <a:ext cx="1676400" cy="1575058"/>
          </a:xfrm>
          <a:prstGeom prst="rect">
            <a:avLst/>
          </a:prstGeom>
        </p:spPr>
      </p:pic>
      <p:sp>
        <p:nvSpPr>
          <p:cNvPr id="11" name="Nosso Propsito">
            <a:extLst>
              <a:ext uri="{FF2B5EF4-FFF2-40B4-BE49-F238E27FC236}">
                <a16:creationId xmlns:a16="http://schemas.microsoft.com/office/drawing/2014/main" id="{C8E91D02-D6A7-27F4-6840-1A2C387EF16C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B21CE022-FF34-9EBD-AD48-75769B52D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437" y="4831684"/>
            <a:ext cx="1752600" cy="138399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DBD4ED4-7249-0194-20F9-8F592D92A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995" y="1077097"/>
            <a:ext cx="2468084" cy="24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77738"/>
            <a:ext cx="11810999" cy="62786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Exemplos práticos utilizando Docker e </a:t>
            </a:r>
            <a:r>
              <a:rPr lang="pt-BR" sz="3200" dirty="0" err="1">
                <a:solidFill>
                  <a:srgbClr val="494949"/>
                </a:solidFill>
              </a:rPr>
              <a:t>Kubernetes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64FE69-7AD5-D237-2ED2-103B3F6965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4465637" y="4785618"/>
            <a:ext cx="1676400" cy="157505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5FB631E-C831-154F-C224-A5EC37032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437" y="4831684"/>
            <a:ext cx="1752600" cy="138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583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O que essas dicas visam?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8210"/>
            <a:ext cx="8839199" cy="373025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Produtividade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Simplicidade de configuração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Minimizar custos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Segurança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Observabilidade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Adoção de boas práticas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9C2F37-DCF1-3527-B797-D99A47A51A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58" r="31153" b="27022"/>
          <a:stretch/>
        </p:blipFill>
        <p:spPr>
          <a:xfrm>
            <a:off x="9494837" y="2049462"/>
            <a:ext cx="2417611" cy="227146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5DF7FFB-0092-629A-A60C-2FE5B08E7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4503" y="3800324"/>
            <a:ext cx="2113063" cy="16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2130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278062"/>
            <a:ext cx="4876800" cy="2179058"/>
          </a:xfrm>
        </p:spPr>
        <p:txBody>
          <a:bodyPr/>
          <a:lstStyle/>
          <a:p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93502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DBCFD-F9B5-101D-B074-D8A1189B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995F6CB8-6F8A-8D8D-4F6F-859B8396F9BF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71F5F66-7FDF-A171-4E3E-348597A2608D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DFFC8BA-B79C-475C-4597-F42220FEF45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1CD623-EF09-AA2B-6045-6B9D410BC5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B5B4E7F-737E-EC72-42F0-C5C1F0D8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36366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EEE31B-FDC0-5C15-08F4-E1EF27D9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995" y="2735262"/>
            <a:ext cx="2468084" cy="24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7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1038</TotalTime>
  <Words>423</Words>
  <Application>Microsoft Office PowerPoint</Application>
  <PresentationFormat>Personalizar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9</vt:i4>
      </vt:variant>
    </vt:vector>
  </HeadingPairs>
  <TitlesOfParts>
    <vt:vector size="20" baseType="lpstr">
      <vt:lpstr>Arial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Docker e Kubernetes Dicas e truques para descomplicar sua vida ao trabalhar com containers!</vt:lpstr>
      <vt:lpstr>Participe de nossas iniciativas gratuitas</vt:lpstr>
      <vt:lpstr>Renato Groffe</vt:lpstr>
      <vt:lpstr>Milton Câmara</vt:lpstr>
      <vt:lpstr>Conteúdos desta apresentação</vt:lpstr>
      <vt:lpstr>Agenda</vt:lpstr>
      <vt:lpstr>O que essas dicas visam?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469</cp:revision>
  <dcterms:created xsi:type="dcterms:W3CDTF">2016-08-05T22:03:34Z</dcterms:created>
  <dcterms:modified xsi:type="dcterms:W3CDTF">2026-09-12T06:31:50Z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